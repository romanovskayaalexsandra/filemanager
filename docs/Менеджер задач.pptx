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73" r:id="rId6"/>
    <p:sldId id="274" r:id="rId7"/>
    <p:sldId id="267" r:id="rId8"/>
    <p:sldId id="266" r:id="rId9"/>
    <p:sldId id="275" r:id="rId10"/>
    <p:sldId id="276" r:id="rId11"/>
    <p:sldId id="277" r:id="rId12"/>
    <p:sldId id="278" r:id="rId13"/>
    <p:sldId id="279" r:id="rId14"/>
    <p:sldId id="280" r:id="rId15"/>
    <p:sldId id="282" r:id="rId16"/>
    <p:sldId id="283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2668" autoAdjust="0"/>
  </p:normalViewPr>
  <p:slideViewPr>
    <p:cSldViewPr snapToGrid="0">
      <p:cViewPr varScale="1">
        <p:scale>
          <a:sx n="62" d="100"/>
          <a:sy n="62" d="100"/>
        </p:scale>
        <p:origin x="836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E0396-2A2E-7FF5-E91E-7E296F063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754F3D-B521-D15E-78D7-1E266D619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54D793-1E94-8290-944C-347098D6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E94B43-D966-2B40-1D42-9E22DE7A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3FFE2-8CFB-E1E3-93AB-7128551C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98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96AB8-2BCD-2EDB-D899-8E0170B4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7C28FE-C84B-557B-D915-386484C00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57E70-4455-B4CD-96CC-C4621773C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6D4433-8E49-CDEC-43CE-907295723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49B9E3-2FB7-3AD3-3B10-7A8613B5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52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597E4-321A-F434-C4F1-FF0B7F9A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48391A-546B-F0D3-57F7-CF756946E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EFACCB-9260-AD17-8BED-EDAFBFEB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D33B55-60E4-7CF2-5F4B-54429D91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49E1D2-1888-8012-A16D-3D280B30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24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AE05C-5D02-1D97-05EC-8BCFDA6B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950F79-D2A0-93A2-FACB-64596888D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6C4B10-BB68-E091-DA65-8234105CB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F4242E-4685-F0CE-CE03-3959162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329885-CCA2-F13C-1406-C41D6CF2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1E8C18-D58E-B7E6-517A-EE3DD693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20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70A47-0690-48C6-10CB-B7211DC2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FE17F2-6EAF-3088-536E-C2F52C2E0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FD4858-5CD8-8DE7-ED60-31BB73FB0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3BC079-B135-5B30-55AD-475E1FD30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38B948-7DA5-4172-5F99-F19306523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73BA64-1ED9-0E0D-ABF0-33AE3EBB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2312B1-1070-1C6A-213C-A4EE24DC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CC80B3-8ADC-5268-FD17-4C4859A1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82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216F9-2002-06B3-FAD4-C07CF707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C09BE0-C47A-F4B0-2261-80B71A27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8DE695-0342-91E4-D978-154942AF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066303-7194-FF6A-30E8-E8B783DE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11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83D785-91BD-FB35-C31C-3A1DFA6E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CBFC22-50E3-3FF4-74C5-FA88E80E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34CE9E-1B03-1ADB-45CC-89F9A52E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46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E336F-153A-5C98-EC04-2AA6831A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0A1B8C-1251-1BD1-A595-803FECE29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04BF2A-C3E1-EBD9-CF5C-FE87E9B4C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42EF63-D116-A1DB-4ABF-89FF144C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86DAB4-6930-21F0-0D98-F0089885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3411E8-7B6F-BA13-4348-988A3311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1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38B99-E6AF-06D2-33BA-25EC2D3B2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9D098C-0866-6D32-9E7E-721D5C6EE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043D35-D67D-166B-20B2-603D9FBEF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9371F3-4BAB-8337-E5C7-A36FF0ED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50E303-5D94-D180-FAC9-EC420282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5C08E6-2CD7-0158-F2BE-946DCB06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85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6F48E-F7F8-95EC-9BEA-68B9CB05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F7E843-32A2-8A0F-7309-CECD20059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5225DC-40DC-5F8B-C3EC-BD3B3777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EA19C9-84EB-85FD-221E-074A501A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ABEEF2-DB66-539A-FAC6-7632AD1E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6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AC5E46A-2EAA-9F34-8CFD-70111B970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D3BB86-C522-88C6-1530-2D13037BE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FCD181-7CA5-725E-677C-F9302FEF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4E3B7-A1A1-ABCC-DAC5-B1A8A500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E6334C-B3F1-E37F-265D-815F7C98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1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BC679-1267-BEEF-3526-C12C7120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7C1FDE-53ED-8FDD-1410-6913726E2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C11985-9F08-AD9B-0506-A7B898A8B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4B62B-2C90-469A-B014-7E5C8B309BC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932FE7-0D4C-4B73-13E7-8BDD6D9FF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9708B-0B0E-AA2C-17E7-9BDD4562F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3483-759A-405F-BFB1-557686311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87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romanovskayaalexsandra.pythonanywhere.com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CEB69-FDD4-BA56-F99F-A35C06844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0012"/>
            <a:ext cx="9144000" cy="2387600"/>
          </a:xfrm>
        </p:spPr>
        <p:txBody>
          <a:bodyPr/>
          <a:lstStyle/>
          <a:p>
            <a:r>
              <a:rPr lang="ru-RU" b="1" dirty="0"/>
              <a:t>Менеджер задач</a:t>
            </a:r>
            <a:br>
              <a:rPr lang="ru-RU" dirty="0"/>
            </a:b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320283-179B-C52D-611D-3464E35F8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139" y="4907756"/>
            <a:ext cx="4504805" cy="1655762"/>
          </a:xfrm>
        </p:spPr>
        <p:txBody>
          <a:bodyPr>
            <a:normAutofit/>
          </a:bodyPr>
          <a:lstStyle/>
          <a:p>
            <a:pPr algn="l"/>
            <a:r>
              <a:rPr lang="ru-RU" sz="1800" b="1" dirty="0"/>
              <a:t>Автор:</a:t>
            </a:r>
            <a:r>
              <a:rPr lang="ru-RU" sz="1800" dirty="0"/>
              <a:t> Романовская Александра Егоровна</a:t>
            </a:r>
          </a:p>
          <a:p>
            <a:pPr algn="l"/>
            <a:r>
              <a:rPr lang="ru-RU" sz="1800" b="1" dirty="0"/>
              <a:t>Руководитель:</a:t>
            </a:r>
            <a:r>
              <a:rPr lang="ru-RU" sz="1800" dirty="0"/>
              <a:t> Пастухов Олег Андреевич</a:t>
            </a:r>
          </a:p>
          <a:p>
            <a:pPr algn="l"/>
            <a:r>
              <a:rPr lang="ru-RU" sz="1800" b="1" dirty="0"/>
              <a:t>Год:</a:t>
            </a:r>
            <a:r>
              <a:rPr lang="ru-RU" sz="1800" dirty="0"/>
              <a:t> 202</a:t>
            </a:r>
            <a:r>
              <a:rPr lang="en-US" sz="1800" dirty="0"/>
              <a:t>6</a:t>
            </a:r>
            <a:endParaRPr lang="ru-RU" sz="1800" dirty="0"/>
          </a:p>
          <a:p>
            <a:pPr algn="r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759766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6E2601-BCB3-3A16-2573-45AD72AB3F32}"/>
              </a:ext>
            </a:extLst>
          </p:cNvPr>
          <p:cNvSpPr txBox="1"/>
          <p:nvPr/>
        </p:nvSpPr>
        <p:spPr>
          <a:xfrm>
            <a:off x="575125" y="1309351"/>
            <a:ext cx="6099000" cy="471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ru-RU" sz="2800" b="1" dirty="0">
                <a:solidFill>
                  <a:srgbClr val="0F1115"/>
                </a:solidFill>
                <a:effectLst/>
              </a:rPr>
              <a:t>	 Актуальность </a:t>
            </a:r>
            <a:r>
              <a:rPr lang="ru-RU" sz="2800" b="1" dirty="0">
                <a:solidFill>
                  <a:srgbClr val="0F1115"/>
                </a:solidFill>
              </a:rPr>
              <a:t>проекта</a:t>
            </a:r>
            <a:endParaRPr lang="en-US" sz="2800" b="1" dirty="0">
              <a:solidFill>
                <a:srgbClr val="0F1115"/>
              </a:solidFill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Проект позволяет: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Организовывать личные задачи в одном месте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Хранить файлы вместе с задачами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Отслеживать прогресс выполнения визуально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Целевая аудитория: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Студенты и школьники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Начинающие разработчики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br>
              <a:rPr lang="ru-RU" sz="2000" dirty="0"/>
            </a:br>
            <a:endParaRPr lang="ru-RU" sz="2000" dirty="0">
              <a:solidFill>
                <a:srgbClr val="0F111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6D57EE-256B-B427-79A8-31DA540C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24" t="27182" r="50000" b="10351"/>
          <a:stretch>
            <a:fillRect/>
          </a:stretch>
        </p:blipFill>
        <p:spPr>
          <a:xfrm>
            <a:off x="7182381" y="1443041"/>
            <a:ext cx="4053120" cy="458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7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9E28-4F35-7149-1A87-4202D87F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662FA4-3342-DA62-77A7-2CF50F2F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29" y="1981844"/>
            <a:ext cx="6552571" cy="43822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4542FE-51EF-C21A-C7E2-84463D446BF7}"/>
              </a:ext>
            </a:extLst>
          </p:cNvPr>
          <p:cNvSpPr txBox="1"/>
          <p:nvPr/>
        </p:nvSpPr>
        <p:spPr>
          <a:xfrm>
            <a:off x="274151" y="599929"/>
            <a:ext cx="10932218" cy="478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</a:rPr>
              <a:t>     Цель и задачи</a:t>
            </a:r>
            <a:r>
              <a:rPr lang="en-US" sz="2800" b="1" dirty="0">
                <a:solidFill>
                  <a:srgbClr val="0F1115"/>
                </a:solidFill>
              </a:rPr>
              <a:t> </a:t>
            </a:r>
            <a:r>
              <a:rPr lang="ru-RU" sz="2800" b="1" dirty="0">
                <a:solidFill>
                  <a:srgbClr val="0F1115"/>
                </a:solidFill>
              </a:rPr>
              <a:t>проекта</a:t>
            </a:r>
            <a:endParaRPr lang="en-US" sz="2800" b="1" dirty="0">
              <a:solidFill>
                <a:srgbClr val="0F1115"/>
              </a:solidFill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Цель: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Разработать веб-приложение на Python с использованием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для управления задачами с возможностью загрузки файлов.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Изучить возможности фреймворка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регистрацию и авторизацию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Создать базу данных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SQLite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через ORM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SQLAlchemy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загрузку и скачивание файлов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Создать REST API для получения задач в JSON</a:t>
            </a:r>
          </a:p>
        </p:txBody>
      </p:sp>
    </p:spTree>
    <p:extLst>
      <p:ext uri="{BB962C8B-B14F-4D97-AF65-F5344CB8AC3E}">
        <p14:creationId xmlns:p14="http://schemas.microsoft.com/office/powerpoint/2010/main" val="180281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4DE4DD-4B59-2471-A6C6-293E2450E140}"/>
              </a:ext>
            </a:extLst>
          </p:cNvPr>
          <p:cNvSpPr txBox="1"/>
          <p:nvPr/>
        </p:nvSpPr>
        <p:spPr>
          <a:xfrm>
            <a:off x="502200" y="1452818"/>
            <a:ext cx="4876352" cy="3952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Приложение состоит из следующих компонентов: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Страница регистрации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Страница входа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Главная страница (список задач)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Форма добавления задачи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Панель статистики (диаграмма)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API для разработчиков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88631-6447-6E56-22E1-210661F0A731}"/>
              </a:ext>
            </a:extLst>
          </p:cNvPr>
          <p:cNvSpPr txBox="1"/>
          <p:nvPr/>
        </p:nvSpPr>
        <p:spPr>
          <a:xfrm>
            <a:off x="411265" y="697040"/>
            <a:ext cx="609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rgbClr val="0F1115"/>
                </a:solidFill>
                <a:effectLst/>
              </a:rPr>
              <a:t>   Архитектура приложения</a:t>
            </a:r>
            <a:endParaRPr lang="ru-RU" sz="2800"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6D85F2-2471-DF17-7BF1-9B057305F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179"/>
          <a:stretch>
            <a:fillRect/>
          </a:stretch>
        </p:blipFill>
        <p:spPr>
          <a:xfrm>
            <a:off x="6506435" y="272386"/>
            <a:ext cx="3442124" cy="147102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4EAC19-7220-D68D-EC4B-316FE050F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73" r="10287"/>
          <a:stretch>
            <a:fillRect/>
          </a:stretch>
        </p:blipFill>
        <p:spPr>
          <a:xfrm>
            <a:off x="8646225" y="3723268"/>
            <a:ext cx="3430063" cy="209089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D61D1A-66A2-B924-C9C8-74413FE78D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64" r="10436"/>
          <a:stretch>
            <a:fillRect/>
          </a:stretch>
        </p:blipFill>
        <p:spPr>
          <a:xfrm>
            <a:off x="8646225" y="1737782"/>
            <a:ext cx="3438106" cy="20957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7B9A42-50E4-C89E-5BC3-41D1F4AF7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357" y="1751486"/>
            <a:ext cx="3631868" cy="186781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928B6D-71FC-F923-3B1E-2495B48E98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791" t="9366" r="13351"/>
          <a:stretch>
            <a:fillRect/>
          </a:stretch>
        </p:blipFill>
        <p:spPr>
          <a:xfrm>
            <a:off x="5014357" y="3521723"/>
            <a:ext cx="3631868" cy="218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0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CB025-6CDD-B342-B5F4-A586B481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6DA5393-0E14-2D1E-F963-98D88A519D3B}"/>
              </a:ext>
            </a:extLst>
          </p:cNvPr>
          <p:cNvSpPr txBox="1"/>
          <p:nvPr/>
        </p:nvSpPr>
        <p:spPr>
          <a:xfrm>
            <a:off x="411265" y="697040"/>
            <a:ext cx="609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SQLite + </a:t>
            </a:r>
            <a:r>
              <a:rPr lang="en-US" sz="2800" b="1" dirty="0" err="1"/>
              <a:t>SQLAlchemy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64C47-BFDA-DE61-54F9-98852ACC715F}"/>
              </a:ext>
            </a:extLst>
          </p:cNvPr>
          <p:cNvSpPr txBox="1"/>
          <p:nvPr/>
        </p:nvSpPr>
        <p:spPr>
          <a:xfrm>
            <a:off x="411266" y="1375236"/>
            <a:ext cx="51711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Таблица </a:t>
            </a:r>
            <a:r>
              <a:rPr lang="en-US" sz="2000" b="1" dirty="0"/>
              <a:t>user:</a:t>
            </a:r>
          </a:p>
          <a:p>
            <a:r>
              <a:rPr lang="ru-RU" sz="2000" i="1" dirty="0"/>
              <a:t>Поле</a:t>
            </a:r>
            <a:r>
              <a:rPr lang="ru-RU" sz="2000" dirty="0"/>
              <a:t>	</a:t>
            </a:r>
            <a:r>
              <a:rPr lang="en-US" sz="2000" i="1" dirty="0"/>
              <a:t>                      </a:t>
            </a:r>
            <a:r>
              <a:rPr lang="ru-RU" sz="2000" i="1" dirty="0"/>
              <a:t>Тип</a:t>
            </a:r>
          </a:p>
          <a:p>
            <a:r>
              <a:rPr lang="en-US" sz="2000" dirty="0"/>
              <a:t>id	                      INTEGER PRIMARY KEY</a:t>
            </a:r>
          </a:p>
          <a:p>
            <a:r>
              <a:rPr lang="en-US" sz="2000" dirty="0"/>
              <a:t>username	      VARCHAR(80) UNIQUE</a:t>
            </a:r>
          </a:p>
          <a:p>
            <a:r>
              <a:rPr lang="en-US" sz="2000" dirty="0"/>
              <a:t>password	      VARCHAR(200)</a:t>
            </a:r>
          </a:p>
          <a:p>
            <a:endParaRPr lang="en-US" sz="2000" dirty="0"/>
          </a:p>
          <a:p>
            <a:r>
              <a:rPr lang="ru-RU" sz="2000" b="1" dirty="0"/>
              <a:t>Таблица </a:t>
            </a:r>
            <a:r>
              <a:rPr lang="en-US" sz="2000" b="1" dirty="0"/>
              <a:t>task:</a:t>
            </a:r>
          </a:p>
          <a:p>
            <a:r>
              <a:rPr lang="ru-RU" sz="2000" i="1" dirty="0"/>
              <a:t>Поле	</a:t>
            </a:r>
            <a:r>
              <a:rPr lang="en-US" sz="2000" i="1" dirty="0"/>
              <a:t>                      </a:t>
            </a:r>
            <a:r>
              <a:rPr lang="ru-RU" sz="2000" i="1" dirty="0"/>
              <a:t>Тип</a:t>
            </a:r>
          </a:p>
          <a:p>
            <a:r>
              <a:rPr lang="en-US" sz="2000" dirty="0"/>
              <a:t>id	                      INTEGER PRIMARY KEY</a:t>
            </a:r>
          </a:p>
          <a:p>
            <a:r>
              <a:rPr lang="en-US" sz="2000" dirty="0"/>
              <a:t>title	                      VARCHAR(100)</a:t>
            </a:r>
          </a:p>
          <a:p>
            <a:r>
              <a:rPr lang="en-US" sz="2000" dirty="0"/>
              <a:t>description	      TEXT</a:t>
            </a:r>
          </a:p>
          <a:p>
            <a:r>
              <a:rPr lang="en-US" sz="2000" dirty="0"/>
              <a:t>Filename                      VARCHAR(200)</a:t>
            </a:r>
          </a:p>
          <a:p>
            <a:r>
              <a:rPr lang="en-US" sz="2000" dirty="0"/>
              <a:t>completed	      BOOLEAN</a:t>
            </a:r>
          </a:p>
          <a:p>
            <a:r>
              <a:rPr lang="en-US" sz="2000" dirty="0" err="1"/>
              <a:t>created_at</a:t>
            </a:r>
            <a:r>
              <a:rPr lang="en-US" sz="2000" dirty="0"/>
              <a:t>	      DATETIME</a:t>
            </a:r>
          </a:p>
          <a:p>
            <a:r>
              <a:rPr lang="en-US" sz="2000" dirty="0" err="1"/>
              <a:t>user_id</a:t>
            </a:r>
            <a:r>
              <a:rPr lang="en-US" sz="2000" dirty="0"/>
              <a:t>	                      INTEGER (foreign key)</a:t>
            </a:r>
            <a:endParaRPr lang="ru-RU" sz="2000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C2CC354-E716-D22A-B2F5-D39D393DD45B}"/>
              </a:ext>
            </a:extLst>
          </p:cNvPr>
          <p:cNvCxnSpPr/>
          <p:nvPr/>
        </p:nvCxnSpPr>
        <p:spPr>
          <a:xfrm>
            <a:off x="2217799" y="1732813"/>
            <a:ext cx="0" cy="112658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C828EFD-A4F0-105E-0039-7AC94365E0FF}"/>
              </a:ext>
            </a:extLst>
          </p:cNvPr>
          <p:cNvCxnSpPr>
            <a:cxnSpLocks/>
          </p:cNvCxnSpPr>
          <p:nvPr/>
        </p:nvCxnSpPr>
        <p:spPr>
          <a:xfrm>
            <a:off x="2217799" y="3541406"/>
            <a:ext cx="0" cy="2455239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58710BC-F656-9815-83AE-2111F584B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131" y="1607237"/>
            <a:ext cx="6391603" cy="447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6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D3E3-BC58-BA3A-1B9C-56882651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E88A49-7CBA-5533-74F8-C7793FC0664A}"/>
              </a:ext>
            </a:extLst>
          </p:cNvPr>
          <p:cNvSpPr txBox="1"/>
          <p:nvPr/>
        </p:nvSpPr>
        <p:spPr>
          <a:xfrm>
            <a:off x="411265" y="697040"/>
            <a:ext cx="707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SQLite + </a:t>
            </a:r>
            <a:r>
              <a:rPr lang="en-US" sz="2800" b="1" dirty="0" err="1"/>
              <a:t>SQLAlchemy</a:t>
            </a:r>
            <a:r>
              <a:rPr lang="ru-RU" sz="2800" b="1" dirty="0"/>
              <a:t>. Отображение данных.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79272B-8DDB-178A-CF1B-A13564B66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64" y="3485860"/>
            <a:ext cx="11369469" cy="26095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8B9A38-07D7-B0F5-3653-25E442037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65" y="1481355"/>
            <a:ext cx="11369470" cy="17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21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21DBC2-913A-D308-4C29-DF919BC91427}"/>
              </a:ext>
            </a:extLst>
          </p:cNvPr>
          <p:cNvSpPr txBox="1"/>
          <p:nvPr/>
        </p:nvSpPr>
        <p:spPr>
          <a:xfrm>
            <a:off x="294276" y="891256"/>
            <a:ext cx="6095158" cy="35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</a:rPr>
              <a:t>Интерфейс пользователя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67F79B-416E-63BC-881C-3E14C8CD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58" y="1327749"/>
            <a:ext cx="10327552" cy="52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8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D8CC-81FD-90E0-9EF1-37821B38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87EEB9D-302D-89DB-BFC0-F5EEAAA835BD}"/>
              </a:ext>
            </a:extLst>
          </p:cNvPr>
          <p:cNvSpPr txBox="1"/>
          <p:nvPr/>
        </p:nvSpPr>
        <p:spPr>
          <a:xfrm>
            <a:off x="404154" y="567319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Регистрация пользователя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40F5D0-79D0-8BDB-30EB-02647B33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98" y="1090539"/>
            <a:ext cx="10439804" cy="534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05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953A-FD1C-2F06-FF29-3135132E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3B74B0-1ABF-AA35-7CFC-68DF4756DB13}"/>
              </a:ext>
            </a:extLst>
          </p:cNvPr>
          <p:cNvSpPr txBox="1"/>
          <p:nvPr/>
        </p:nvSpPr>
        <p:spPr>
          <a:xfrm>
            <a:off x="404154" y="567319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Авторизация пользователя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6BBA29-7430-A03A-2EC6-B245E9752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2" y="1090539"/>
            <a:ext cx="11085295" cy="566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10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0945-926B-2611-E319-CD041377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651607-1D17-5F52-1156-9B3B50D73E34}"/>
              </a:ext>
            </a:extLst>
          </p:cNvPr>
          <p:cNvSpPr txBox="1"/>
          <p:nvPr/>
        </p:nvSpPr>
        <p:spPr>
          <a:xfrm>
            <a:off x="404154" y="567319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Главная страница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A1C933-B164-3651-EA22-21BA9EEB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5" y="1042145"/>
            <a:ext cx="11097610" cy="5648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CF4594-F91E-4D90-24B5-BD161B58566B}"/>
              </a:ext>
            </a:extLst>
          </p:cNvPr>
          <p:cNvSpPr txBox="1"/>
          <p:nvPr/>
        </p:nvSpPr>
        <p:spPr>
          <a:xfrm>
            <a:off x="71990" y="2452443"/>
            <a:ext cx="2236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форма добавления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новой задачи</a:t>
            </a:r>
            <a:endParaRPr lang="ru-RU" dirty="0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D392EC4E-B975-F8FF-E6A5-EF2F091D37BD}"/>
              </a:ext>
            </a:extLst>
          </p:cNvPr>
          <p:cNvSpPr/>
          <p:nvPr/>
        </p:nvSpPr>
        <p:spPr>
          <a:xfrm>
            <a:off x="2005618" y="2182435"/>
            <a:ext cx="177069" cy="1763125"/>
          </a:xfrm>
          <a:prstGeom prst="leftBrac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9ED7081B-16D0-60B5-04B7-9DCD84226BA4}"/>
              </a:ext>
            </a:extLst>
          </p:cNvPr>
          <p:cNvSpPr/>
          <p:nvPr/>
        </p:nvSpPr>
        <p:spPr>
          <a:xfrm>
            <a:off x="1939101" y="4153531"/>
            <a:ext cx="243586" cy="2474606"/>
          </a:xfrm>
          <a:prstGeom prst="leftBrac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3D0A5-FB10-05FA-3D49-792C3990FB37}"/>
              </a:ext>
            </a:extLst>
          </p:cNvPr>
          <p:cNvSpPr txBox="1"/>
          <p:nvPr/>
        </p:nvSpPr>
        <p:spPr>
          <a:xfrm>
            <a:off x="515549" y="4845799"/>
            <a:ext cx="1490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Круговая 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диаграмма 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прогресса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856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F244-C672-085D-2A6A-6A819456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BA5C01-CA71-3BC8-8D18-7787644CD586}"/>
              </a:ext>
            </a:extLst>
          </p:cNvPr>
          <p:cNvSpPr txBox="1"/>
          <p:nvPr/>
        </p:nvSpPr>
        <p:spPr>
          <a:xfrm>
            <a:off x="404154" y="567319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Главная страница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4D8BDE-BE93-E599-B33D-DED06EA2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99" y="1090539"/>
            <a:ext cx="11091564" cy="5672027"/>
          </a:xfrm>
          <a:prstGeom prst="rect">
            <a:avLst/>
          </a:prstGeom>
        </p:spPr>
      </p:pic>
      <p:sp>
        <p:nvSpPr>
          <p:cNvPr id="5" name="Левая фигурная скобка 4">
            <a:extLst>
              <a:ext uri="{FF2B5EF4-FFF2-40B4-BE49-F238E27FC236}">
                <a16:creationId xmlns:a16="http://schemas.microsoft.com/office/drawing/2014/main" id="{8FD4312C-ABF4-1971-BF70-E9DECD46A53B}"/>
              </a:ext>
            </a:extLst>
          </p:cNvPr>
          <p:cNvSpPr/>
          <p:nvPr/>
        </p:nvSpPr>
        <p:spPr>
          <a:xfrm rot="10800000">
            <a:off x="7840390" y="2642162"/>
            <a:ext cx="247544" cy="3475730"/>
          </a:xfrm>
          <a:prstGeom prst="leftBrace">
            <a:avLst>
              <a:gd name="adj1" fmla="val 8333"/>
              <a:gd name="adj2" fmla="val 50727"/>
            </a:avLst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FC37D125-79FB-AEAB-157C-25E2E52D305D}"/>
              </a:ext>
            </a:extLst>
          </p:cNvPr>
          <p:cNvSpPr/>
          <p:nvPr/>
        </p:nvSpPr>
        <p:spPr>
          <a:xfrm>
            <a:off x="2465565" y="6356565"/>
            <a:ext cx="156389" cy="406001"/>
          </a:xfrm>
          <a:prstGeom prst="leftBrac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0CF73-E0FE-50F8-8244-C2239A5DB7EB}"/>
              </a:ext>
            </a:extLst>
          </p:cNvPr>
          <p:cNvSpPr txBox="1"/>
          <p:nvPr/>
        </p:nvSpPr>
        <p:spPr>
          <a:xfrm>
            <a:off x="8087934" y="3993283"/>
            <a:ext cx="3777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просмотра задач</a:t>
            </a:r>
          </a:p>
          <a:p>
            <a:r>
              <a:rPr lang="ru-RU" dirty="0"/>
              <a:t>Чек-лист для отметки выполнения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2E42A-084E-2FB5-0C8A-701E95BE1DC7}"/>
              </a:ext>
            </a:extLst>
          </p:cNvPr>
          <p:cNvSpPr txBox="1"/>
          <p:nvPr/>
        </p:nvSpPr>
        <p:spPr>
          <a:xfrm>
            <a:off x="1494220" y="6356565"/>
            <a:ext cx="1049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REST API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483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741B-DCA2-F86D-C706-DBC2DF8C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B51FD-3922-122B-2688-F92ABB0D6105}"/>
              </a:ext>
            </a:extLst>
          </p:cNvPr>
          <p:cNvSpPr txBox="1"/>
          <p:nvPr/>
        </p:nvSpPr>
        <p:spPr>
          <a:xfrm>
            <a:off x="411265" y="697040"/>
            <a:ext cx="609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SQLite + </a:t>
            </a:r>
            <a:r>
              <a:rPr lang="en-US" sz="2800" b="1" dirty="0" err="1"/>
              <a:t>SQLAlchemy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550CC-924B-1B36-6FF1-BFD4D8E4D123}"/>
              </a:ext>
            </a:extLst>
          </p:cNvPr>
          <p:cNvSpPr txBox="1"/>
          <p:nvPr/>
        </p:nvSpPr>
        <p:spPr>
          <a:xfrm>
            <a:off x="411265" y="1562158"/>
            <a:ext cx="5171122" cy="361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</a:rPr>
              <a:t>Кнопка переключения в навигационной панели</a:t>
            </a:r>
            <a:endParaRPr lang="ru-RU" sz="2000" b="0" i="0" dirty="0">
              <a:solidFill>
                <a:srgbClr val="0F1115"/>
              </a:solidFill>
              <a:effectLst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🌙 Тёмная тема — комфортно для глаз в темноте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☀️ Светлая тема — для светлого времени суток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</a:rPr>
              <a:t>Техническая реализация:</a:t>
            </a:r>
            <a:endParaRPr lang="ru-RU" sz="2000" b="0" i="0" dirty="0">
              <a:solidFill>
                <a:srgbClr val="0F1115"/>
              </a:solidFill>
              <a:effectLst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CSS-классы .</a:t>
            </a:r>
            <a:r>
              <a:rPr lang="ru-RU" sz="2000" b="0" i="0" dirty="0" err="1">
                <a:solidFill>
                  <a:srgbClr val="0F1115"/>
                </a:solidFill>
                <a:effectLst/>
              </a:rPr>
              <a:t>light-theme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 и .</a:t>
            </a:r>
            <a:r>
              <a:rPr lang="ru-RU" sz="2000" b="0" i="0" dirty="0" err="1">
                <a:solidFill>
                  <a:srgbClr val="0F1115"/>
                </a:solidFill>
                <a:effectLst/>
              </a:rPr>
              <a:t>dark-theme</a:t>
            </a:r>
            <a:endParaRPr lang="ru-RU" sz="2000" b="0" i="0" dirty="0">
              <a:solidFill>
                <a:srgbClr val="0F1115"/>
              </a:solidFill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2AAEF3-6D90-C1F7-A5BA-E434A7A7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025" y="438575"/>
            <a:ext cx="5689542" cy="29260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2C055E-82A1-8A06-8CD8-0A9BBE8A5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025" y="3551724"/>
            <a:ext cx="5689542" cy="290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89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AADD-858C-937E-1F47-F0F8837C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E13B37-DDA6-E75B-C5C3-778B17823818}"/>
              </a:ext>
            </a:extLst>
          </p:cNvPr>
          <p:cNvSpPr txBox="1"/>
          <p:nvPr/>
        </p:nvSpPr>
        <p:spPr>
          <a:xfrm>
            <a:off x="404154" y="567319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REST 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E6952-1692-C1D0-C351-5C8BA29924F8}"/>
              </a:ext>
            </a:extLst>
          </p:cNvPr>
          <p:cNvSpPr txBox="1"/>
          <p:nvPr/>
        </p:nvSpPr>
        <p:spPr>
          <a:xfrm>
            <a:off x="5634169" y="3598659"/>
            <a:ext cx="3302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Пример ответа (</a:t>
            </a:r>
            <a:r>
              <a:rPr lang="en-US" sz="2000" dirty="0"/>
              <a:t>JSON)</a:t>
            </a:r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06ADFA-7DD6-F713-1C63-DD17D680F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47" y="1151792"/>
            <a:ext cx="3218534" cy="5536967"/>
          </a:xfrm>
          <a:prstGeom prst="rect">
            <a:avLst/>
          </a:prstGeom>
        </p:spPr>
      </p:pic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1198483F-0922-45A9-F347-EB3B5BA6825B}"/>
              </a:ext>
            </a:extLst>
          </p:cNvPr>
          <p:cNvSpPr/>
          <p:nvPr/>
        </p:nvSpPr>
        <p:spPr>
          <a:xfrm rot="10800000">
            <a:off x="5072141" y="1090538"/>
            <a:ext cx="261032" cy="5416351"/>
          </a:xfrm>
          <a:prstGeom prst="leftBrace">
            <a:avLst>
              <a:gd name="adj1" fmla="val 0"/>
              <a:gd name="adj2" fmla="val 50727"/>
            </a:avLst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92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7370-AC9F-8B4B-5946-A4AF619C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8277739-2551-1DEA-0A22-5488B86C96CC}"/>
              </a:ext>
            </a:extLst>
          </p:cNvPr>
          <p:cNvSpPr txBox="1"/>
          <p:nvPr/>
        </p:nvSpPr>
        <p:spPr>
          <a:xfrm>
            <a:off x="232388" y="198527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Файловая структура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F42BF0-C828-9A91-8473-E7B48B68003F}"/>
              </a:ext>
            </a:extLst>
          </p:cNvPr>
          <p:cNvSpPr txBox="1"/>
          <p:nvPr/>
        </p:nvSpPr>
        <p:spPr>
          <a:xfrm>
            <a:off x="136401" y="595449"/>
            <a:ext cx="1016322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my_site</a:t>
            </a:r>
            <a:r>
              <a:rPr lang="ru-RU" dirty="0"/>
              <a:t>/  ← КОРЕНЬ ПРОЕКТА</a:t>
            </a:r>
          </a:p>
          <a:p>
            <a:r>
              <a:rPr lang="ru-RU" dirty="0"/>
              <a:t>│</a:t>
            </a:r>
          </a:p>
          <a:p>
            <a:r>
              <a:rPr lang="ru-RU" dirty="0"/>
              <a:t> ── 🐍 main.py                               → ГЛАВНЫЙ ФАЙЛ: сервер, маршруты, логика приложения</a:t>
            </a:r>
          </a:p>
          <a:p>
            <a:r>
              <a:rPr lang="ru-RU" dirty="0"/>
              <a:t> ── 🐍 models.py                           → МОДЕЛИ БД: классы User (пользователи) и Task (задачи)</a:t>
            </a:r>
          </a:p>
          <a:p>
            <a:r>
              <a:rPr lang="ru-RU" dirty="0"/>
              <a:t> ── 🐍 forms.py                              → ФОРМЫ: регистрация, вход, добавление задачи</a:t>
            </a:r>
          </a:p>
          <a:p>
            <a:r>
              <a:rPr lang="ru-RU" dirty="0"/>
              <a:t> ── 🐍 config.py                             → НАСТРОЙКИ: секретный ключ, путь к БД, папка для файлов</a:t>
            </a:r>
          </a:p>
          <a:p>
            <a:r>
              <a:rPr lang="ru-RU" dirty="0"/>
              <a:t> ── 📄 requirements.txt               → ЗАВИСИМОСТИ: список библиотек для установки</a:t>
            </a:r>
          </a:p>
          <a:p>
            <a:endParaRPr lang="ru-RU" dirty="0"/>
          </a:p>
          <a:p>
            <a:r>
              <a:rPr lang="ru-RU" dirty="0"/>
              <a:t> ── 📁 </a:t>
            </a:r>
            <a:r>
              <a:rPr lang="ru-RU" dirty="0" err="1"/>
              <a:t>static</a:t>
            </a:r>
            <a:r>
              <a:rPr lang="ru-RU" dirty="0"/>
              <a:t>/                                  → СТАТИЧЕСКИЕ ФАЙЛЫ</a:t>
            </a:r>
          </a:p>
          <a:p>
            <a:r>
              <a:rPr lang="ru-RU" dirty="0"/>
              <a:t>│          ── 📁 </a:t>
            </a:r>
            <a:r>
              <a:rPr lang="ru-RU" dirty="0" err="1"/>
              <a:t>css</a:t>
            </a:r>
            <a:r>
              <a:rPr lang="ru-RU" dirty="0"/>
              <a:t>/</a:t>
            </a:r>
          </a:p>
          <a:p>
            <a:r>
              <a:rPr lang="ru-RU" dirty="0"/>
              <a:t>│                    └── 🎨 style.css       → СТИЛИ: светлая и тёмная тема</a:t>
            </a:r>
          </a:p>
          <a:p>
            <a:r>
              <a:rPr lang="ru-RU" dirty="0"/>
              <a:t>│          ── 📁 </a:t>
            </a:r>
            <a:r>
              <a:rPr lang="ru-RU" dirty="0" err="1"/>
              <a:t>uploads</a:t>
            </a:r>
            <a:r>
              <a:rPr lang="ru-RU" dirty="0"/>
              <a:t>/                  → ХРАНИЛИЩЕ ФАЙЛОВ: сюда сохраняются загруженные файлы</a:t>
            </a:r>
          </a:p>
          <a:p>
            <a:r>
              <a:rPr lang="ru-RU" dirty="0"/>
              <a:t>│</a:t>
            </a:r>
          </a:p>
          <a:p>
            <a:r>
              <a:rPr lang="ru-RU" dirty="0"/>
              <a:t> ── 📁 </a:t>
            </a:r>
            <a:r>
              <a:rPr lang="ru-RU" dirty="0" err="1"/>
              <a:t>templates</a:t>
            </a:r>
            <a:r>
              <a:rPr lang="ru-RU" dirty="0"/>
              <a:t>/                          → ШАБЛОНЫ HTML</a:t>
            </a:r>
          </a:p>
          <a:p>
            <a:r>
              <a:rPr lang="ru-RU" dirty="0"/>
              <a:t>│          ── 📄 base.html                 → БАЗОВЫЙ ШАБЛОН: навигация, подключение </a:t>
            </a:r>
            <a:r>
              <a:rPr lang="ru-RU" dirty="0" err="1"/>
              <a:t>Bootstrap</a:t>
            </a:r>
            <a:endParaRPr lang="ru-RU" dirty="0"/>
          </a:p>
          <a:p>
            <a:r>
              <a:rPr lang="ru-RU" dirty="0"/>
              <a:t>│          ── 📄 index.html                → ГОСТЕВАЯ СТРАНИЦА: кнопки "Вход" и "Регистрация"</a:t>
            </a:r>
          </a:p>
          <a:p>
            <a:r>
              <a:rPr lang="ru-RU" dirty="0"/>
              <a:t>│          ── 📄 register.html            → РЕГИСТРАЦИЯ: форма создания нового пользователя</a:t>
            </a:r>
          </a:p>
          <a:p>
            <a:r>
              <a:rPr lang="ru-RU" dirty="0"/>
              <a:t>│          ── 📄 login.html                 → ВХОД: форма авторизации</a:t>
            </a:r>
          </a:p>
          <a:p>
            <a:r>
              <a:rPr lang="ru-RU" dirty="0"/>
              <a:t>│         └── 📄 tasks.html               → ГЛАВНАЯ: задачи, чек-лист, диаграмма, загрузка файлов</a:t>
            </a:r>
          </a:p>
          <a:p>
            <a:r>
              <a:rPr lang="ru-RU" dirty="0"/>
              <a:t>│</a:t>
            </a:r>
          </a:p>
          <a:p>
            <a:r>
              <a:rPr lang="ru-RU" dirty="0"/>
              <a:t>└── 📁 </a:t>
            </a:r>
            <a:r>
              <a:rPr lang="ru-RU" dirty="0" err="1"/>
              <a:t>instance</a:t>
            </a:r>
            <a:r>
              <a:rPr lang="ru-RU" dirty="0"/>
              <a:t>/                             → БАЗА ДАННЫХ</a:t>
            </a:r>
          </a:p>
          <a:p>
            <a:r>
              <a:rPr lang="ru-RU" dirty="0"/>
              <a:t>    └── 🗄️ </a:t>
            </a:r>
            <a:r>
              <a:rPr lang="ru-RU" dirty="0" err="1"/>
              <a:t>database.db</a:t>
            </a:r>
            <a:r>
              <a:rPr lang="ru-RU" dirty="0"/>
              <a:t>                   → </a:t>
            </a:r>
            <a:r>
              <a:rPr lang="ru-RU" dirty="0" err="1"/>
              <a:t>SQLite</a:t>
            </a:r>
            <a:r>
              <a:rPr lang="ru-RU" dirty="0"/>
              <a:t>: таблицы </a:t>
            </a:r>
            <a:r>
              <a:rPr lang="ru-RU" dirty="0" err="1"/>
              <a:t>user</a:t>
            </a:r>
            <a:r>
              <a:rPr lang="ru-RU" dirty="0"/>
              <a:t> (пользователи) и </a:t>
            </a:r>
            <a:r>
              <a:rPr lang="ru-RU" dirty="0" err="1"/>
              <a:t>task</a:t>
            </a:r>
            <a:r>
              <a:rPr lang="ru-RU" dirty="0"/>
              <a:t> (задачи)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552D57E-A5A7-D035-05B4-4CB5ECF86F05}"/>
              </a:ext>
            </a:extLst>
          </p:cNvPr>
          <p:cNvCxnSpPr/>
          <p:nvPr/>
        </p:nvCxnSpPr>
        <p:spPr>
          <a:xfrm>
            <a:off x="282907" y="1102012"/>
            <a:ext cx="0" cy="5173181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495A129-6192-479D-5CA9-5C6D67B582D8}"/>
              </a:ext>
            </a:extLst>
          </p:cNvPr>
          <p:cNvCxnSpPr>
            <a:cxnSpLocks/>
          </p:cNvCxnSpPr>
          <p:nvPr/>
        </p:nvCxnSpPr>
        <p:spPr>
          <a:xfrm>
            <a:off x="869774" y="4476014"/>
            <a:ext cx="0" cy="1212463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0DD1314-95F9-34A2-5D6A-05886E5F0CE2}"/>
              </a:ext>
            </a:extLst>
          </p:cNvPr>
          <p:cNvCxnSpPr>
            <a:cxnSpLocks/>
          </p:cNvCxnSpPr>
          <p:nvPr/>
        </p:nvCxnSpPr>
        <p:spPr>
          <a:xfrm>
            <a:off x="869774" y="3132201"/>
            <a:ext cx="0" cy="676957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046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BCFE-4274-2D72-479F-B0733FB8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2B2F8F-6376-D1BD-3048-45517E5ED122}"/>
              </a:ext>
            </a:extLst>
          </p:cNvPr>
          <p:cNvSpPr txBox="1"/>
          <p:nvPr/>
        </p:nvSpPr>
        <p:spPr>
          <a:xfrm>
            <a:off x="411265" y="697040"/>
            <a:ext cx="6095170" cy="40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>
                <a:solidFill>
                  <a:srgbClr val="0F1115"/>
                </a:solidFill>
                <a:effectLst/>
                <a:latin typeface="quote-cjk-patch"/>
              </a:rPr>
              <a:t>Хостинг (</a:t>
            </a:r>
            <a:r>
              <a:rPr lang="en-US" sz="2800" b="1">
                <a:solidFill>
                  <a:srgbClr val="0F1115"/>
                </a:solidFill>
                <a:effectLst/>
                <a:latin typeface="quote-cjk-patch"/>
              </a:rPr>
              <a:t>PythonAnywhere)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D60D5-0520-FB15-8251-1FBDC38F1C19}"/>
              </a:ext>
            </a:extLst>
          </p:cNvPr>
          <p:cNvSpPr txBox="1"/>
          <p:nvPr/>
        </p:nvSpPr>
        <p:spPr>
          <a:xfrm>
            <a:off x="411265" y="1535846"/>
            <a:ext cx="6095170" cy="351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Развёртывание проекта в облаке: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Бесплатный хостинг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PythonAnywhere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Настройка WSGI-файла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Виртуальное окружение с Python 3.12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Автоматическое создание базы данных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Ссылка на сайт: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https://RomanovskayaAlexsandra.pythonanywhere.com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45CB93-ABE0-D17A-52B3-614F48CF0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011" y="1176899"/>
            <a:ext cx="6728440" cy="333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90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BF7A-756B-833F-CB7D-19C27DE1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90E07C8-1744-25F9-3A47-1C0C5E8649B8}"/>
              </a:ext>
            </a:extLst>
          </p:cNvPr>
          <p:cNvSpPr txBox="1"/>
          <p:nvPr/>
        </p:nvSpPr>
        <p:spPr>
          <a:xfrm>
            <a:off x="404154" y="486652"/>
            <a:ext cx="609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 </a:t>
            </a:r>
            <a:r>
              <a:rPr lang="ru-RU" sz="2800" b="1" dirty="0"/>
              <a:t>Итог по критериям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CE43B6-0D67-A61D-5EDF-40CC77F9C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546302" y="1551414"/>
            <a:ext cx="1255509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96E26-C4A9-58A2-C8B4-FB23C5944048}"/>
              </a:ext>
            </a:extLst>
          </p:cNvPr>
          <p:cNvSpPr txBox="1"/>
          <p:nvPr/>
        </p:nvSpPr>
        <p:spPr>
          <a:xfrm>
            <a:off x="404154" y="1009872"/>
            <a:ext cx="99085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/>
              <a:t>Критерий</a:t>
            </a:r>
            <a:r>
              <a:rPr lang="en-US" sz="2000" b="1" i="1" dirty="0"/>
              <a:t>:</a:t>
            </a:r>
            <a:r>
              <a:rPr lang="ru-RU" sz="2000" dirty="0"/>
              <a:t>	                                       </a:t>
            </a:r>
          </a:p>
          <a:p>
            <a:r>
              <a:rPr lang="ru-RU" sz="2000" dirty="0"/>
              <a:t>Объём кода (500+)	                                                                                                      ✅</a:t>
            </a:r>
          </a:p>
          <a:p>
            <a:r>
              <a:rPr lang="ru-RU" sz="2000" dirty="0"/>
              <a:t>Чистота кода (</a:t>
            </a:r>
            <a:r>
              <a:rPr lang="en-US" sz="2000" dirty="0"/>
              <a:t>PEP8)	</a:t>
            </a:r>
            <a:r>
              <a:rPr lang="ru-RU" sz="2000" dirty="0"/>
              <a:t>                                                                                                      ✅</a:t>
            </a:r>
          </a:p>
          <a:p>
            <a:r>
              <a:rPr lang="ru-RU" sz="2000" dirty="0"/>
              <a:t>Качество проектирования (</a:t>
            </a:r>
            <a:r>
              <a:rPr lang="en-US" sz="2000" dirty="0"/>
              <a:t>MVC)	</a:t>
            </a:r>
            <a:r>
              <a:rPr lang="ru-RU" sz="2000" dirty="0"/>
              <a:t>                                                                                      ✅</a:t>
            </a:r>
          </a:p>
          <a:p>
            <a:r>
              <a:rPr lang="en-US" sz="2000" dirty="0"/>
              <a:t>requirements.txt	</a:t>
            </a:r>
            <a:r>
              <a:rPr lang="ru-RU" sz="2000" dirty="0"/>
              <a:t>                                                                                                                      ✅</a:t>
            </a:r>
          </a:p>
          <a:p>
            <a:r>
              <a:rPr lang="en-US" sz="2000" dirty="0"/>
              <a:t>Bootstrap	</a:t>
            </a:r>
            <a:r>
              <a:rPr lang="ru-RU" sz="2000" dirty="0"/>
              <a:t>                                                                                                                      ✅</a:t>
            </a:r>
          </a:p>
          <a:p>
            <a:r>
              <a:rPr lang="ru-RU" sz="2000" dirty="0"/>
              <a:t>Шаблоны (5 </a:t>
            </a:r>
            <a:r>
              <a:rPr lang="ru-RU" sz="2000" dirty="0" err="1"/>
              <a:t>шт</a:t>
            </a:r>
            <a:r>
              <a:rPr lang="ru-RU" sz="2000" dirty="0"/>
              <a:t>)	                                                                                                                      ✅</a:t>
            </a:r>
          </a:p>
          <a:p>
            <a:r>
              <a:rPr lang="en-US" sz="2000" dirty="0"/>
              <a:t>ORM-</a:t>
            </a:r>
            <a:r>
              <a:rPr lang="ru-RU" sz="2000" dirty="0"/>
              <a:t>модели (</a:t>
            </a:r>
            <a:r>
              <a:rPr lang="en-US" sz="2000" dirty="0"/>
              <a:t>User, Task)	</a:t>
            </a:r>
            <a:r>
              <a:rPr lang="ru-RU" sz="2000" dirty="0"/>
              <a:t>                                                                                                      ✅</a:t>
            </a:r>
          </a:p>
          <a:p>
            <a:r>
              <a:rPr lang="ru-RU" sz="2000" dirty="0"/>
              <a:t>Регистрация и авторизация	                                                                                      ✅</a:t>
            </a:r>
          </a:p>
          <a:p>
            <a:r>
              <a:rPr lang="ru-RU" sz="2000" dirty="0"/>
              <a:t>Загрузка и использование файлов	                                                                      ✅</a:t>
            </a:r>
          </a:p>
          <a:p>
            <a:r>
              <a:rPr lang="en-US" sz="2000" dirty="0"/>
              <a:t>API (REST)	</a:t>
            </a:r>
            <a:r>
              <a:rPr lang="ru-RU" sz="2000" dirty="0"/>
              <a:t>                                                                                                                      ✅</a:t>
            </a:r>
          </a:p>
          <a:p>
            <a:r>
              <a:rPr lang="ru-RU" sz="2000" dirty="0"/>
              <a:t>Хранение данных (</a:t>
            </a:r>
            <a:r>
              <a:rPr lang="en-US" sz="2000" dirty="0"/>
              <a:t>SQLite)	</a:t>
            </a:r>
            <a:r>
              <a:rPr lang="ru-RU" sz="2000" dirty="0"/>
              <a:t>                                                                                      ✅</a:t>
            </a:r>
          </a:p>
          <a:p>
            <a:r>
              <a:rPr lang="ru-RU" sz="2000" dirty="0"/>
              <a:t>Хостинг (</a:t>
            </a:r>
            <a:r>
              <a:rPr lang="en-US" sz="2000" dirty="0"/>
              <a:t>PythonAnywhere)	</a:t>
            </a:r>
            <a:r>
              <a:rPr lang="ru-RU" sz="2000" dirty="0"/>
              <a:t>                                                                                      ✅</a:t>
            </a:r>
          </a:p>
          <a:p>
            <a:r>
              <a:rPr lang="ru-RU" sz="2000" dirty="0"/>
              <a:t>Дедлайны выполнения проекта соблюдены                                                                   ✅</a:t>
            </a:r>
          </a:p>
          <a:p>
            <a:r>
              <a:rPr lang="ru-RU" sz="2000" dirty="0"/>
              <a:t>Дополнительно были реализованы: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чек-лист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диаграмма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смена темы	</a:t>
            </a:r>
          </a:p>
        </p:txBody>
      </p:sp>
    </p:spTree>
    <p:extLst>
      <p:ext uri="{BB962C8B-B14F-4D97-AF65-F5344CB8AC3E}">
        <p14:creationId xmlns:p14="http://schemas.microsoft.com/office/powerpoint/2010/main" val="327310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94FE-2150-695C-DE9D-CC6657C9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F68FFE-1C92-3503-0D65-318E12E83E48}"/>
              </a:ext>
            </a:extLst>
          </p:cNvPr>
          <p:cNvSpPr txBox="1"/>
          <p:nvPr/>
        </p:nvSpPr>
        <p:spPr>
          <a:xfrm>
            <a:off x="2411689" y="2624997"/>
            <a:ext cx="7607162" cy="1036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6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527676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677</Words>
  <Application>Microsoft Office PowerPoint</Application>
  <PresentationFormat>Широкоэкранный</PresentationFormat>
  <Paragraphs>117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quote-cjk-patch</vt:lpstr>
      <vt:lpstr>Тема Office</vt:lpstr>
      <vt:lpstr>Менеджер задач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Александра Романовская</dc:creator>
  <cp:lastModifiedBy>Александра Романовская</cp:lastModifiedBy>
  <cp:revision>8</cp:revision>
  <dcterms:created xsi:type="dcterms:W3CDTF">2025-11-10T09:38:08Z</dcterms:created>
  <dcterms:modified xsi:type="dcterms:W3CDTF">2026-04-27T18:43:31Z</dcterms:modified>
</cp:coreProperties>
</file>